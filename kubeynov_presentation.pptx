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Contexte &amp; ambition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Plateforme DevOps KinD prête à l’emploi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Livrer un socle complet (frontend React, API Node, PostgreSQL) pour l’équipe produit.</a:t>
            </a:r>
          </a:p>
          <a:p>
            <a:r>
              <a:t>• Reproduire un environnement clusterisé sur poste local grâce à KinD + ingress unique.</a:t>
            </a:r>
          </a:p>
          <a:p>
            <a:r>
              <a:t>• Documenter le fonctionnement pour faciliter l’onboarding des équipes Dev &amp; 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Attendus formalisés avec la DSI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Automatiser build, déploiement et tests via scripts reproductibles.</a:t>
            </a:r>
          </a:p>
          <a:p>
            <a:r>
              <a:t>• Démontrer un workflow GitOps continu grâce à FluxCD.</a:t>
            </a:r>
          </a:p>
          <a:p>
            <a:r>
              <a:t>• Fournir un guide d’exploitation (setup, monitoring, teardown) prêt à être industrialisé.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applicative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Composants et namespaces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Namespace app : frontend, backend, PostgreSQL, ConfigMaps/Secrets, ingress http://localhost:30080.</a:t>
            </a:r>
          </a:p>
          <a:p>
            <a:r>
              <a:t>• Namespace monitoring : Prometheus + Grafana avec dashboards embarqués.</a:t>
            </a:r>
          </a:p>
          <a:p>
            <a:r>
              <a:t>• Namespace flux-system : contrôleurs Flux surveillant le dépôt GitHub kubeynov.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Automatisation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Chaîne build → déploiement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setup-kind.sh crée le cluster, installe l’ingress et prépare le registre KinD.</a:t>
            </a:r>
          </a:p>
          <a:p>
            <a:r>
              <a:t>• deploy.sh build les images multi-stage, les charge dans KinD et applique k8s/base.</a:t>
            </a:r>
          </a:p>
          <a:p>
            <a:r>
              <a:t>• FluxCD (GitRepository + Kustomization) synchronise automatiquement les manifests versionnés.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Monitoring &amp; observabilité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Métriques et dashboards prêts à l’emploi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Prometheus scrape le backend et les pods système (Golden Signals CPU, mémoire, RPS, latence).</a:t>
            </a:r>
          </a:p>
          <a:p>
            <a:r>
              <a:t>• Grafana provisionné via ConfigMaps : datasources, dashboards personnalisés, accès admin/admin.</a:t>
            </a:r>
          </a:p>
          <a:p>
            <a:r>
              <a:t>• Scripts test-deployment.sh / complete-test.sh contrôlent pods, services, ingress et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Sécurité &amp;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Couches de protection intégrées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Dockerfiles multi-stage non-root, variables sensibles injectées par Secrets Kubernetes.</a:t>
            </a:r>
          </a:p>
          <a:p>
            <a:r>
              <a:t>• Requests/limits systématiques + probes readiness/liveness assurent la résilience.</a:t>
            </a:r>
          </a:p>
          <a:p>
            <a:r>
              <a:t>• Ingress unique facilitant l’activation future de TLS (cert-manager) et de l’authentification Grafana.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4B33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292608"/>
          </a:xfrm>
          <a:prstGeom prst="rect">
            <a:avLst/>
          </a:prstGeom>
          <a:solidFill>
            <a:srgbClr val="C4A2E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78638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6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Feuille de route proposée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2237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• Brancher une CI (tests, lint, scans Trivy) avant synchronisation Flux pour sécuriser les merges.</a:t>
            </a:r>
          </a:p>
          <a:p>
            <a:r>
              <a:t>• Déployer Loki/Promtail et Jaeger pour compléter la chaîne observabilité.</a:t>
            </a:r>
          </a:p>
          <a:p>
            <a:r>
              <a:t>• Porter la stack vers un cluster managé (AKS/EKS) avec autoscaling natif et TLS public.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Kubeynov – Plateforme DevOps |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